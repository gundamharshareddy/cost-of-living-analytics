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13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78317"/>
            <a:ext cx="61842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&amp; Project Details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272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Prathusha Ma'am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453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Gundam Harsha Vardhan Reddy - 2320030157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633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581418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 Karthik Vinay - 2320030144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Gudibanda Sri Vardhan Rao - 2320030141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172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Cost-of-Living Stress &amp; Affordability Analytics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82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Financial Insights for Indian Cities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36275"/>
            <a:ext cx="129528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3898" y="5511879"/>
            <a:ext cx="10078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8818" y="5436275"/>
            <a:ext cx="335863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32527" y="5511879"/>
            <a:ext cx="307121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ANALYTICS PROJECT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63341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Urban Affordability Is a Blind Spot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642" y="2293858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6162" y="2293858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4661" y="254043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Unified Platform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4661" y="3001804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tool combines rent, salary, and cost-of-living data with personalised AI insights for Indian cities.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642" y="412992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6162" y="4129921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4661" y="4376499"/>
            <a:ext cx="346269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Data Without Context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4661" y="4837867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provide numbers but lack interactivity, city comparisons, and actionable financial guidance.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642" y="596598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26162" y="5965984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4661" y="621256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94661" y="667392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full-stack platform with an interactive dashboard, What-If simulator, city comparisons, and an AI chatbot — all in one place.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core goals drive this platform's design.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financial metrics for 50+ Indian cities.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97596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31012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30669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Stress Score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a Rent-to-Salary ratio to measure affordability at a glance.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97596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31012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City Comparison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side-by-side analysis across all financial parameters.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1183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3790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What-If Simulator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real-time salary and rent adjustments with live metric updates.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1183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473422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8548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Chatbot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personalised, conversational financial guidance via Groq LLM.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725954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 &amp; Architecture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227588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Choices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543205" y="2720221"/>
            <a:ext cx="2935724" cy="1322665"/>
          </a:xfrm>
          <a:prstGeom prst="roundRect">
            <a:avLst>
              <a:gd name="adj" fmla="val 57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31562" y="29085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731562" y="3334941"/>
            <a:ext cx="2559010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TypeScript, Tailwind CSS, Vite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622875" y="2720221"/>
            <a:ext cx="2935724" cy="1322665"/>
          </a:xfrm>
          <a:prstGeom prst="roundRect">
            <a:avLst>
              <a:gd name="adj" fmla="val 57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0811232" y="29085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811232" y="3334941"/>
            <a:ext cx="255901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FastAPI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543205" y="4186833"/>
            <a:ext cx="2935724" cy="1322665"/>
          </a:xfrm>
          <a:prstGeom prst="roundRect">
            <a:avLst>
              <a:gd name="adj" fmla="val 57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31562" y="437519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731562" y="4801553"/>
            <a:ext cx="2559010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Cosmos DB (CSV fallback)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622875" y="4186833"/>
            <a:ext cx="2935724" cy="1322665"/>
          </a:xfrm>
          <a:prstGeom prst="roundRect">
            <a:avLst>
              <a:gd name="adj" fmla="val 57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0811232" y="437519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LLM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10811232" y="4801553"/>
            <a:ext cx="255901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— Llama 3.3 70B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543205" y="5653445"/>
            <a:ext cx="6015395" cy="1062871"/>
          </a:xfrm>
          <a:prstGeom prst="roundRect">
            <a:avLst>
              <a:gd name="adj" fmla="val 714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731562" y="584180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7731562" y="6268164"/>
            <a:ext cx="563868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LivingCost.org — 104 entries, 50+ cities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637699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659493"/>
            <a:ext cx="7052905" cy="1715214"/>
          </a:xfrm>
          <a:prstGeom prst="roundRect">
            <a:avLst>
              <a:gd name="adj" fmla="val 468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5211" y="1682353"/>
            <a:ext cx="7007185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6544" y="241792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26544" y="2878336"/>
            <a:ext cx="66245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LivingCost.org — scraped, cleaned, and converted to INR at ₹87.86/USD.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2351" y="3536156"/>
            <a:ext cx="7052905" cy="1715214"/>
          </a:xfrm>
          <a:prstGeom prst="roundRect">
            <a:avLst>
              <a:gd name="adj" fmla="val 468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5211" y="3559016"/>
            <a:ext cx="7007185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6544" y="429458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Coverage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26544" y="4754999"/>
            <a:ext cx="66245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 entries across 50+ Indian cities and states.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2351" y="5412819"/>
            <a:ext cx="7052905" cy="1997393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5211" y="5435679"/>
            <a:ext cx="7007185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6544" y="617124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Fields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26544" y="6631662"/>
            <a:ext cx="662451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cost of living, 1BHK rent, average salary (after tax), income after rent, and months of salary coverage.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839" y="2923937"/>
            <a:ext cx="5685592" cy="3221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579" y="511850"/>
            <a:ext cx="4859536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Platform Features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579" y="1292543"/>
            <a:ext cx="451842" cy="4518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579" y="1924407"/>
            <a:ext cx="243971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Dashboard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32579" y="2293144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metric cards — Cost, Rent, Salary, Disposable Income — plus a live Stress Indicator gauge.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79" y="3100745"/>
            <a:ext cx="451842" cy="4518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579" y="373260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What-If Simulator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32579" y="4101346"/>
            <a:ext cx="787884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sliders to adjust salary (₹10K–₹3L) and rent (₹5K–₹1L). All metrics update instantly.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579" y="4649153"/>
            <a:ext cx="451842" cy="4518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579" y="528101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City Comparison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32579" y="5649754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table comparing two cities across all financial parameters for informed decisions.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579" y="6457355"/>
            <a:ext cx="451842" cy="4518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2579" y="708921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Chatbot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32579" y="7457956"/>
            <a:ext cx="787884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Context-aware, multi-turn Groq LLM chatbot using real dataset values — not AI guesses.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003"/>
            <a:ext cx="103534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Stress Score &amp; Key Findings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8757"/>
            <a:ext cx="2947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Stress Score Formula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199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Score = Rent ÷ Salary (after tax)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37955"/>
            <a:ext cx="6244709" cy="3173492"/>
          </a:xfrm>
          <a:prstGeom prst="roundRect">
            <a:avLst>
              <a:gd name="adj" fmla="val 300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3645575"/>
            <a:ext cx="3114675" cy="1760577"/>
          </a:xfrm>
          <a:prstGeom prst="roundRect">
            <a:avLst>
              <a:gd name="adj" fmla="val 541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8224" y="3872389"/>
            <a:ext cx="2661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🟢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Below 0.30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445353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Stress — Affordable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3916085" y="3645575"/>
            <a:ext cx="3114794" cy="1760577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16085" y="3645575"/>
            <a:ext cx="30480" cy="176057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42899" y="3872389"/>
            <a:ext cx="2661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🟡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0.30 – 0.50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42899" y="4453533"/>
            <a:ext cx="26611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— Caution Advised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406152"/>
            <a:ext cx="6229469" cy="139767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410" y="5406152"/>
            <a:ext cx="6229469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224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🔴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Above 0.50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8224" y="6214110"/>
            <a:ext cx="5775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Stress — Unaffordable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24387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99521" y="3019901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affordable: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Agra, Varanasi, and Meerut — low rent with decent salaries.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expensive: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Mumbai — rent ₹35,233 vs salary ₹19,506, resulting in negative savings.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~40% of cities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a stress score above 0.50, signalling widespread affordability pressure.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62332"/>
            <a:ext cx="5198269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506379"/>
            <a:ext cx="132659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roadmap targets deeper intelligence, broader data, and wider accessibility.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03770" y="1984653"/>
            <a:ext cx="22860" cy="5682615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34090" y="2192417"/>
            <a:ext cx="584716" cy="22860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95946" y="1984653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68991" y="2021145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903940" y="205156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2228" y="2456617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ML-based rent and salary trend forecasting.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11594" y="3306961"/>
            <a:ext cx="584716" cy="22860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95946" y="3099197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68991" y="3135690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289846" y="316611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Accounts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89846" y="3571161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preferences, favourites, and chat history.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4090" y="4287560"/>
            <a:ext cx="584716" cy="22860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95946" y="4079796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68991" y="4116288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903940" y="414670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Expanded Data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2228" y="4551759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food, transport, healthcare, and education costs.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11594" y="5268158"/>
            <a:ext cx="584716" cy="22860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95946" y="5060394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68991" y="5096887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289846" y="512730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289846" y="5532358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 for on-the-go access.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4090" y="6248757"/>
            <a:ext cx="584716" cy="22860"/>
          </a:xfrm>
          <a:prstGeom prst="roundRect">
            <a:avLst>
              <a:gd name="adj" fmla="val 35814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5946" y="6040993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68991" y="6077486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3903940" y="610790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Languages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82228" y="6512957"/>
            <a:ext cx="56583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Hindi, Telugu, and Tamil chatbot responses.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647105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1659731"/>
            <a:ext cx="329565" cy="3295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3043" y="1652945"/>
            <a:ext cx="3907155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Full-Stack Platform Delivered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483043" y="212383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data visualisation with AI for 50+ Indian cities — React, FastAPI, Cosmos DB, and Groq LLM integrated end-to-end.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3248501"/>
            <a:ext cx="329565" cy="3295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83043" y="3241715"/>
            <a:ext cx="4121825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Actionable Affordability Metric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483043" y="371260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Stress Score distils complex financial data into a single, interpretable number for quick decision-making.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4837271"/>
            <a:ext cx="329565" cy="3295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83043" y="4830485"/>
            <a:ext cx="352258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Empowered User Planning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483043" y="530137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Simulator and City Comparison tools give users real control over relocation decisions before they commit.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6426041"/>
            <a:ext cx="329565" cy="32956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83043" y="6419255"/>
            <a:ext cx="31703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Accessible AI Guidance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483043" y="6890147"/>
            <a:ext cx="68919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chatbot makes data conversational and personal — grounded in real numbers, not generic AI responses.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659</Words>
  <Application>Microsoft Macintosh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Bold</vt:lpstr>
      <vt:lpstr>Inter Light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HARSHA VARDHAN REDDY.G .</cp:lastModifiedBy>
  <cp:revision>1</cp:revision>
  <dcterms:created xsi:type="dcterms:W3CDTF">2026-04-22T06:45:09Z</dcterms:created>
  <dcterms:modified xsi:type="dcterms:W3CDTF">2026-04-22T06:47:42Z</dcterms:modified>
</cp:coreProperties>
</file>